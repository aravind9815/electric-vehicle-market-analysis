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Electric Vehicle Dataset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(EDA)</a:t>
            </a:r>
          </a:p>
          <a:p>
            <a:r>
              <a:t>Univariate, Bivariate &amp; Multivariate</a:t>
            </a:r>
          </a:p>
          <a:p>
            <a:r>
              <a:t>(No Machine Learning)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Electric Vehicle Specifications</a:t>
            </a:r>
          </a:p>
          <a:p>
            <a:r>
              <a:t>• Goal: Perform complete EDA</a:t>
            </a:r>
          </a:p>
          <a:p>
            <a:r>
              <a:t>• Methods: Statistical analysis &amp; visualization</a:t>
            </a:r>
          </a:p>
          <a:p>
            <a:r>
              <a:t>• Tools: Python, Pandas, Matplotlib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Capacity Distribution</a:t>
            </a:r>
          </a:p>
        </p:txBody>
      </p:sp>
      <p:pic>
        <p:nvPicPr>
          <p:cNvPr id="3" name="Picture 2" descr="Battery_kW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Distribution</a:t>
            </a:r>
          </a:p>
        </p:txBody>
      </p:sp>
      <p:pic>
        <p:nvPicPr>
          <p:cNvPr id="3" name="Picture 2" descr="range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Acceleration Distribution</a:t>
            </a:r>
          </a:p>
        </p:txBody>
      </p:sp>
      <p:pic>
        <p:nvPicPr>
          <p:cNvPr id="3" name="Picture 2" descr="zero_to_100_s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Battery vs Range: Strong positive relationship</a:t>
            </a:r>
          </a:p>
          <a:p>
            <a:r>
              <a:t>• Weight vs Acceleration: Heavier EVs accelerate slower</a:t>
            </a:r>
          </a:p>
          <a:p>
            <a:r>
              <a:t>• Range vs Price/km: Value differs across brands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Battery, Range &amp; Weight are correlated</a:t>
            </a:r>
          </a:p>
          <a:p>
            <a:r>
              <a:t>• Charging speed depends on battery &amp; technology</a:t>
            </a:r>
          </a:p>
          <a:p>
            <a:r>
              <a:t>• Brand strategy influences EV specifications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EVs have 50–80 kWh batteries</a:t>
            </a:r>
          </a:p>
          <a:p>
            <a:r>
              <a:t>• Typical driving range is 300–500 km</a:t>
            </a:r>
          </a:p>
          <a:p>
            <a:r>
              <a:t>• Premium EVs offer faster charging &amp;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cleaned and validated</a:t>
            </a:r>
          </a:p>
          <a:p>
            <a:r>
              <a:t>• EDA provides strong business &amp; technical insights</a:t>
            </a:r>
          </a:p>
          <a:p>
            <a:r>
              <a:t>• Suitable for analytics, reports &amp; interviews</a:t>
            </a:r>
          </a:p>
          <a:p>
            <a:r>
              <a:t>• No Machine Learning used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